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10659" y="1467023"/>
            <a:ext cx="139458" cy="139458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7787" y="3341708"/>
            <a:ext cx="152077" cy="152077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72511" y="5889716"/>
            <a:ext cx="83545" cy="83545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41902" y="3349940"/>
            <a:ext cx="183609" cy="183609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62736" y="6227627"/>
            <a:ext cx="81004" cy="8100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836964" y="6188325"/>
            <a:ext cx="65207" cy="65207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nRF54L15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蓝牙 BIS 时间同步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机器人大脑与四肢关节</a:t>
            </a:r>
          </a:p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时钟同步 · 技术方案与演示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3484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BLE 5.2 ISO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 发 2 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1µs 精度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200Hz 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Nordic nRF Connect SDK v3.4.0 · nRF54L15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822960"/>
            <a:ext cx="5669280" cy="3977639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659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微秒级时间同步的目标与关键指标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004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时间戳载体 + 时钟伺服 + 定时呈现（一页看懂）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02336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0233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系统架构与演示环境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348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 发 2 收架构 · 软硬件与工具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25780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2578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实测数据与优势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0µs 误差 · 应用场景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多节点统一时间基准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762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1 个发送端 + 2 个接收端，长期共享同一时间基准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微秒级打戳一致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764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三方对同一事件打出相同时间戳，精度约 1µs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194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硬件级确定性呈现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766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P1.10 输出 1µs 窄脉冲，边沿对齐可被逻辑分析仪直观观测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1463040"/>
            <a:ext cx="4846320" cy="4846320"/>
          </a:xfrm>
          <a:prstGeom prst="roundRect">
            <a:avLst/>
          </a:prstGeom>
          <a:noFill/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什么是 BLE BIS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BROADCAST ISOCHRONOUS STREAM · 规范解读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39496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定义与规范依据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9377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BIS = Broadcast Isochronous Stream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广播等时流，BLE 5.2 引入的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LE Isochronous Channels（LE-ISO）特性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多条 BIS 组成一个 BIG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（Broadcast Isochronous Group），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一对多广播，无需连接/回传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规范：Bluetooth Core Spec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Vol 6 Part G（Isochronous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Adaptation Layer，ISOAL）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核心机制：以固定 ISO_Interval 发送 SDU，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BIG 锚点作为同步参考时间基准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34924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关键参数与同步流程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关键参数：ISO_Interval（5ms~4s，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步进 1.25ms）· SDU_Interval · RTN · NSE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Max Transport Latency · 2M PHY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4290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Broadcaster 发 periodic adv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（携带 BIGInfo 控制信息）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4050791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005072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Sync Receiver 扫描并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同步 Periodic Advertising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4626864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58114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按 BIGInfo 建立 BIG 同步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5202936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57216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定时接收 SDU，BIG 锚点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作为时间基准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PRINCIPLE · 一页看懂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91840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SDU = [trigger][counter][tx_ts]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417320"/>
            <a:ext cx="3291840" cy="105156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解析 → 时钟伺服 → shared_ts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38528"/>
            <a:ext cx="420624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31920" y="1188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广播（5ms 间隔）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① 时间戳载体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发送端把 SDU 同步参考时间戳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tx_ts 写入 payload；接收端拿到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同一瞬间的本地读数 info-&gt;ts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参考对 (tx_ts, info-&gt;ts)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② 时钟伺服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offset = 发送端时钟 − 接收端时钟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trimmed mean offset + 最小二乘 ppm 漂移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外推到当前时刻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shared = local + offset + drift×age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③ 定时呈现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GRTC → DPPI → GPIOTE 硬件链路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在 presentation 时刻驱动 P1.10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免软件线程抖动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GRTC → DPPI → GPIOTE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关键：tx_ts 与 info-&gt;ts 是同一物理瞬间（BIG 锚点）在两个自由运行时钟下的读数 → 据此估计偏移与漂移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ARCHITECTURE · 1 发 2 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6400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触发事件生成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组包(嵌入时间戳)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BIS 广播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本地定时呈现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931920"/>
            <a:ext cx="173736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(5ms 间隔)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Demo 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SOFTWARE · HARDWARE ·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硬件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nRF54L15-DK × 3（1 发 + 2 收）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USB 数据线 × 3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逻辑分析仪（≥ 20MS/s）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杜邦线 / 测试探针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软件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 Connect SDK v3.4.0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Zephyr RTOS 4.4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本工程固件 zephyr.hex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编译：west 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工具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nrfutil（烧录 / 复位）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串口终端（PuTTY / minicom）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逻辑分析仪软件（Saleae 等）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Python（文档/图表生成）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evelopment_board_and_logic_an_2026-09-15T04-52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691640"/>
            <a:ext cx="246888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19" y="4297680"/>
            <a:ext cx="2560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实测搭建：大脑主控板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+ 关节节点 + 逻辑分析仪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演示效果：三通道脉冲边沿对齐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011680" cy="91440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19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TX  发送端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210312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RX1 接收端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29184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96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RX2 接收端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448056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4106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3018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00D4FF"/>
                </a:solidFill>
                <a:latin typeface="微软雅黑"/>
                <a:ea typeface="微软雅黑"/>
              </a:rPr>
              <a:t>三通道脉冲上升沿基本重合 —— 边沿时间差即同步误差（µs 级）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实测数据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MEASURED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1">
                <a:solidFill>
                  <a:srgbClr val="1F6FEB"/>
                </a:solidFill>
                <a:latin typeface="微软雅黑"/>
                <a:ea typeface="微软雅黑"/>
              </a:rPr>
              <a:t>0 µs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2B3C"/>
                </a:solidFill>
                <a:latin typeface="微软雅黑"/>
                <a:ea typeface="微软雅黑"/>
              </a:rPr>
              <a:t>时间戳一致误差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737360"/>
            <a:ext cx="5669280" cy="31089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92024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TX: Sent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timestamp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RX: Recv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shared_ts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→ 完全一致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5029200"/>
            <a:ext cx="5669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脉冲边沿三通道对齐：µs 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ADVANTAGES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微秒级精度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controller-timed 硬件呈现（GRTC/DPPI/GPIOTE）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时钟伺服 + 漂移外推，消除陈旧误差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实测时间戳一致误差 0µs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长期稳定可靠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在线估计晶振漂移（ppm），持续跟踪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失同步 holdover 按最后速率滑行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32 位时间戳回绕正确处理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轻量易扩展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一对多广播，无连接、无回传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接收端数量可扩展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O(1) 伺服、无动态内存、200Hz 开销可忽略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硬件级确定性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GPIO 呈现免软件线程调度抖动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SET/CLR 绝对电平、幂等自愈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trimmed mean 估计，对丢包/重传鲁棒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所有需要时钟 / 信号同步的领域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hole_body_coordinated_motion__2026-09-15T04-52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机器人协同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机器人大脑与四肢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关节时钟同步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dustrial_multi_axis_motion_c_2026-09-15T05-00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工业控制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多轴运动控制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PLC 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less_sensor_network_of_dis_2026-09-15T05-00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无线传感网络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IoT 节点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同步采集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icrophone_array_beamforming_w_2026-09-15T05-00-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声学阵列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麦克风阵列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波束成形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bration_monitoring_of_rotati_2026-09-15T05-00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振动监测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旋转机械多通道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振动同步采集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art_grid_electrical_substati_2026-09-15T05-00-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电力系统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智能电网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PMU 相量测量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应用场景（续）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更多同步应用领域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通信基站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5G TDD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nancial_trading_system_with__2026-09-15T05-00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金融交易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低延迟行情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时间戳同步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tonomous_vehicle_sensor_fusi_2026-09-15T05-00-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自动驾驶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多传感器融合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LiDAR / 相机 / IMU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ulti_camera_and_microphone_st_2026-09-15T05-00-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音视频同步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多相机多麦克风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音画同步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科学测量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射电望远镜阵列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分布式测量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dical_monitoring_devices_syn_2026-09-15T05-00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医疗设备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多设备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同步监测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76895" y="4469951"/>
            <a:ext cx="79640" cy="79640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43323" y="833881"/>
            <a:ext cx="169212" cy="169212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19049" y="1984774"/>
            <a:ext cx="151879" cy="151879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07276" y="3557494"/>
            <a:ext cx="97336" cy="9733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77402" y="2140160"/>
            <a:ext cx="163871" cy="163871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30613" y="5976615"/>
            <a:ext cx="185699" cy="185699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4864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基于 BLE BIS + 控制器时间戳 + 时钟伺服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实现微秒级多节点时间同步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实测时间戳一致（0µs）· 边沿 µs 级对齐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48640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感谢观看 · 欢迎交流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05840"/>
            <a:ext cx="5577840" cy="3794760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