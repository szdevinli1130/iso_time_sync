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000000"/>
                </a:solidFill>
                <a:latin typeface="微软雅黑"/>
                <a:ea typeface="微软雅黑"/>
              </a:rPr>
              <a:t>nRF54L15 BLE BIS 时间同步方案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919191"/>
                </a:solidFill>
                <a:latin typeface="微软雅黑"/>
                <a:ea typeface="微软雅黑"/>
              </a:rPr>
              <a:t>Bluetooth Low Energy · Broadcast Isochronous Stream · Time Synchronization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011680" cy="45720"/>
          </a:xfrm>
          <a:prstGeom prst="rect">
            <a:avLst/>
          </a:prstGeom>
          <a:solidFill>
            <a:srgbClr val="41C3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5806440" cy="3867912"/>
          </a:xfrm>
          <a:prstGeom prst="roundRect">
            <a:avLst/>
          </a:prstGeom>
          <a:noFill/>
          <a:ln w="15240">
            <a:solidFill>
              <a:srgbClr val="BFEB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ock_synchronization_of_multi_2026-09-15T05-24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806440" cy="3870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4983480"/>
            <a:ext cx="5806440" cy="457200"/>
          </a:xfrm>
          <a:prstGeom prst="rect">
            <a:avLst/>
          </a:prstGeom>
          <a:solidFill>
            <a:srgbClr val="41C3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4983480"/>
            <a:ext cx="5806440" cy="457200"/>
          </a:xfrm>
          <a:prstGeom prst="rect">
            <a:avLst/>
          </a:prstGeom>
          <a:solidFill>
            <a:srgbClr val="41C3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59552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• BLE 5.2 BIS 一对多广播：1 发送 + 2 接收共享同一时间基准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• 发送端在 SDU 嵌入控制器时间戳，接收端时钟伺服换算本地 GRTC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微软雅黑"/>
                <a:ea typeface="微软雅黑"/>
              </a:rPr>
              <a:t>• 长期 µs 级时间戳同步，三方对同一事件打出相同时间戳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005840"/>
            <a:ext cx="5440680" cy="457200"/>
          </a:xfrm>
          <a:prstGeom prst="rect">
            <a:avLst/>
          </a:prstGeom>
          <a:solidFill>
            <a:srgbClr val="41C3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005840"/>
            <a:ext cx="5440680" cy="457200"/>
          </a:xfrm>
          <a:prstGeom prst="rect">
            <a:avLst/>
          </a:prstGeom>
          <a:solidFill>
            <a:srgbClr val="41C3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Key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600200"/>
            <a:ext cx="50292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• 微秒级精度 —— 实测时间戳一致误差 0 µs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• 硬件级确定性 —— GRTC/DPPI/GPIOTE 驱动 P1.10 1µs 脉冲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• 长期稳定 —— 在线估计晶振漂移(ppm)，失同步自动恢复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• 轻量易扩展 —— 无连接一对多广播，接收端数量可扩展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• 高效 —— O(1) 时钟伺服，200Hz 更新，开销可忽略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• 鲁棒 —— trimmed mean 估计，对丢包/重传免疫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389120"/>
            <a:ext cx="5440680" cy="457200"/>
          </a:xfrm>
          <a:prstGeom prst="rect">
            <a:avLst/>
          </a:prstGeom>
          <a:solidFill>
            <a:srgbClr val="41C3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4389120"/>
            <a:ext cx="5440680" cy="457200"/>
          </a:xfrm>
          <a:prstGeom prst="rect">
            <a:avLst/>
          </a:prstGeom>
          <a:solidFill>
            <a:srgbClr val="41C3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主要应用场景  Target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983480"/>
            <a:ext cx="25603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• 机器人协同（大脑-关节）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• 工业控制（多轴运动）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• 无线传感网络（分布式）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• 声学阵列（波束成形）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4983480"/>
            <a:ext cx="2468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• 金融交易（低延迟戳）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• 自动驾驶（多传感器）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• 电力系统（PMU 相量）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• 科学测量（射电阵列）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